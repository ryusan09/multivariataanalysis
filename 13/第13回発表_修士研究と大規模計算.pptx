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多変量解析及び大規模計算論  第13回発表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縄文土器の3Dメッシュからの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縄目圧痕周期の全自動推定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修士研究における多変量解析と大規模計算の活用 —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愛知工業大学大学院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研究の背景と目的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400800" cy="1051560"/>
          </a:xfrm>
          <a:prstGeom prst="roundRect">
            <a:avLst>
              <a:gd name="adj" fmla="val 6957"/>
            </a:avLst>
          </a:prstGeom>
          <a:solidFill>
            <a:srgbClr val="E7E8D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17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背景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70992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縄文土器の表面には、縄を転がして付けた「縄目圧痕」が残る。圧痕の周期（ピッチ）や原体の回転周期は、製作技法を知る考古学的手がかりになる。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6400800" cy="1051560"/>
          </a:xfrm>
          <a:prstGeom prst="roundRect">
            <a:avLst>
              <a:gd name="adj" fmla="val 6957"/>
            </a:avLst>
          </a:prstGeom>
          <a:solidFill>
            <a:srgbClr val="E7E8D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課題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94436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従来は研究者が目視・手作業で計測しており、時間がかかり客観性・再現性に欠ける。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6400800" cy="1051560"/>
          </a:xfrm>
          <a:prstGeom prst="roundRect">
            <a:avLst>
              <a:gd name="adj" fmla="val 6957"/>
            </a:avLst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886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417880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3Dスキャンした土器のPLYメッシュから、縄目の周期・方向・同巡点（原体1回転ごとの同一模様点）を全自動で推定するパイプラインを構築する。</a:t>
            </a:r>
            <a:endParaRPr lang="en-US" sz="1250" dirty="0"/>
          </a:p>
        </p:txBody>
      </p:sp>
      <p:pic>
        <p:nvPicPr>
          <p:cNvPr id="12" name="Image 0" descr="/Users/ryusan/brain/02_Raw/土器1（同巡点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297680" cy="26517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15200" y="4206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対象データ例: 縄文土器片（同巡点の目視位置つき）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04_Projects/修士研究/README.md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扱うデータ — 3Dメッシュは「大規模データ」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E7E8D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916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741万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頂点数（土器片 1.ply）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34840" y="14630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E7E8D1"/>
          </a:solidFill>
          <a:ln/>
        </p:spPr>
      </p:sp>
      <p:sp>
        <p:nvSpPr>
          <p:cNvPr id="7" name="Text 5"/>
          <p:cNvSpPr/>
          <p:nvPr/>
        </p:nvSpPr>
        <p:spPr>
          <a:xfrm>
            <a:off x="4434840" y="16916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697万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434840" y="2788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頂点数（土器片 3.ply）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321040" y="14630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E7E8D1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 mm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8321040" y="2788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高さマップの格子解像度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数百万頂点の点群・メッシュをそのまま扱うと、1回の処理でもメモリ・計算時間が問題になる規模。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本研究では「対象面の切り出し → 格子状の高さマップへの次元削減」により、3D問題を2D画像問題へ落として計算量を抑える。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それでも高さマップ上のFFT・自己相関・NCC計算は反復実行されるため、講義で学んだ大規模計算の考え方（計算量の見積もり・並列化余地の把握）が直接効いてくる。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04_Projects/修士研究/python/README.md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処理パイプライン（M1–M5）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E7E8D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PLY読込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8803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バイナリPLYを読み込み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(741万頂点級対応)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9464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62072" y="182880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E7E8D1"/>
          </a:solidFill>
          <a:ln/>
        </p:spPr>
      </p:sp>
      <p:sp>
        <p:nvSpPr>
          <p:cNvPr id="9" name="Text 7"/>
          <p:cNvSpPr/>
          <p:nvPr/>
        </p:nvSpPr>
        <p:spPr>
          <a:xfrm>
            <a:off x="2862072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62072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対象面抽出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53512" y="28803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法線クラスタリング＋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最大連結成分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28616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221224" y="182880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5221224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21224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高さマップ化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12664" y="28803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PCA平面フィット＋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格子サンプリング・detrend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287768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580376" y="182880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E7E8D1"/>
          </a:solidFill>
          <a:ln/>
        </p:spPr>
      </p:sp>
      <p:sp>
        <p:nvSpPr>
          <p:cNvPr id="19" name="Text 17"/>
          <p:cNvSpPr/>
          <p:nvPr/>
        </p:nvSpPr>
        <p:spPr>
          <a:xfrm>
            <a:off x="7580376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580376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周期推定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71816" y="28803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マスク付き2D自己相関＋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構造テンソルで方向推定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64692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939528" y="182880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B85042"/>
          </a:solidFill>
          <a:ln/>
        </p:spPr>
      </p:sp>
      <p:sp>
        <p:nvSpPr>
          <p:cNvPr id="24" name="Text 22"/>
          <p:cNvSpPr/>
          <p:nvPr/>
        </p:nvSpPr>
        <p:spPr>
          <a:xfrm>
            <a:off x="9939528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939528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同巡点検出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30968" y="28803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NCCプロファイル→回転周期T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→同巡点3D座標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663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3Dメッシュ → 2D高さマップ → 1D位相プロファイルと、段階的に次元を落としながら情報を集約する設計。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C++17版（M1–M4）とPython版（M1–M5, numpy/scipy）を実装。合成データのテスト16件を通過済み。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04_Projects/修士研究/python/README.md, design_M5_同位相位置検出.md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講義との接点①  多変量解析の手法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E7E8D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PCA（主成分分析）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M3: 対象面の頂点群3次元座標にPCAを適用し、第1・第2主成分で局所平面を張って高さマップ（第3成分＝高さ）を作る。第4回で学んだ次元削減の直接応用。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37160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E7E8D1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クラスタリング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19659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M2: 頂点法線ベクトルのクラスタリングで「縄目のある面」だけを切り出す。第5回のクラスタ分析の考え方と同じ。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E7E8D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構造テンソル（固有値分解）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43891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M4: 勾配の共分散行列の固有ベクトルから縄の走行方向を推定。分散共分散行列と固有値分解という多変量解析の基本操作。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37947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E7E8D1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相関・NCC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43891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M4/M5: 2D自己相関で周期ベクトルを、正規化相互相関（NCC）で同位相位置を検出。相関係数の空間パターンへの拡張。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04_Projects/修士研究/python/README.md（height_map.py, face_extract.py, autocorr2d.py, phase_detect.py）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講義との接点②  大規模計算・並列化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E7E8D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81328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FFTによる高速化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40480" y="1508760"/>
            <a:ext cx="7498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2D自己相関は素朴に計算するとO(N⁴)。FFTを使いO(N² log N)へ削減。第11回の「アルゴリズムによる計算量削減」の実例。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E7E8D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127248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並列化できる箇所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3154680"/>
            <a:ext cx="7498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格子サンプリング（各格子点の独立計算）、NCCプロファイル（各シフト量の独立評価）、複数土器片のバッチ処理は、GAの個体評価と同じ「互いに依存しない計算」であり並列化可能。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773168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並列化のコスト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4800600"/>
            <a:ext cx="7498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第12回のGA実験では、1タスクが軽い場合はWorker準備・データ受け渡しのオーバーヘッドが勝り、逆に遅くなった。本研究でも「1タスクの重さ」を見てから並列化を判断する。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04_Projects/MultivariatAanalysis/11, 12（並列化課題の実験結果）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M5: 回転周期と同巡点の自動検出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縄の原体が1回転するごとに同じ模様が現れる点＝同巡点。その間隔が「回転周期 T」。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高さマップを縄目方向に整列し、NCC（正規化相互相関）のプロファイルから T を推定。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アンカー点の位相を揃えて帯フィットし、同巡点の3D座標を出力する。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曲面（土器の円筒面）には局所平面フィットで対応。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6035040" cy="2194560"/>
          </a:xfrm>
          <a:prstGeom prst="roundRect">
            <a:avLst>
              <a:gd name="adj" fmla="val 4167"/>
            </a:avLst>
          </a:prstGeom>
          <a:solidFill>
            <a:srgbClr val="3B2A2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合成データでの受け入れ試験（テスト16件通過）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既知周期に対する誤差 &lt; 2%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データ欠損20%でも誤差 &lt; 2% を維持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同巡点間隔が周期の整数倍に一致することを確認</a:t>
            </a:r>
            <a:endParaRPr lang="en-US" sz="1300" dirty="0"/>
          </a:p>
        </p:txBody>
      </p:sp>
      <p:pic>
        <p:nvPicPr>
          <p:cNvPr id="7" name="Image 0" descr="/Users/ryusan/brain/02_Raw/土器3（同巡点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463040"/>
            <a:ext cx="4572000" cy="32369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truth候補: 同巡点の目視位置（指導教員提供画像）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04_Projects/修士研究/design_M5_同位相位置検出.md, STATE.md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現状の結果と課題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実データ（1.ply）での出力例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760720" cy="2651760"/>
          </a:xfrm>
          <a:prstGeom prst="roundRect">
            <a:avLst>
              <a:gd name="adj" fmla="val 2759"/>
            </a:avLst>
          </a:prstGeom>
          <a:solidFill>
            <a:srgbClr val="2B2B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E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pitch=3.426mm  groove_dir=115.2deg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E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rolling_dir=63.2deg  confidence=1.00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E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period_vec=(3.100, 1.458)mm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E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grid=0.20mm  detrend_window=12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E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rolling_period=44.06mm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E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phase_confidence=0.83  anchors=6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E8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anchor[0]=(17.255, -12.212, 6.215)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76656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残る課題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766560" y="178308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実データ上の同巡点3D座標の正解（ground truth）が未入手 → 定量評価が保留中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 Picked Pointsによる正解座標を指導教員に依頼中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パラメータ（格子ピッチ・周期探索範囲）が手動指定のまま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曲面対応は局所平面フィット近似 → 円筒フィット＋展開への拡張を検討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04_Projects/修士研究/STATE.md, python/README.md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今後の展望 — 講義内容の研究への応用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685800" cy="6858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08760" y="14173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評価ハーネスの整備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08760" y="1874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ノイズ・欠損をパラメータ化した合成データのスイープ実験。条件の組合せが多いため、独立実行できる各条件をmultiprocessingで並列化する（第11–12回）。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685800" cy="6858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337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508760" y="30632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パラメータの自動最適化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35204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格子ピッチ・detrend窓・周期探索範囲を、GAやベイズ最適化で自動チューニングする（第12回の遺伝的アルゴリズム）。1評価＝パイプライン1実行と重いため、今度は並列化の効果が出やすい。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983480"/>
            <a:ext cx="685800" cy="6858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983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08760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多土器片への展開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5166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複数の土器片へのバッチ適用と、推定された周期・方向の統計的比較（多変量解析パート）。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根拠: 04_Projects/修士研究/README.md（Phase 1–2計画）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縄文土器の3Dメッシュ（数百万頂点）から縄目圧痕の周期・方向・同巡点を全自動推定するパイプラインM1–M5を構築した。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PCA・クラスタリング・固有値分解・相関という多変量解析の手法が、パイプラインの各段の中核になっている。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FFTによる計算量削減と、独立計算の並列化余地の見極め（第12回の実験知見）が大規模メッシュ処理の実用性を支える。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今後は評価実験のスイープ並列化と、GA・ベイズ最適化によるパラメータ自動化で、講義内容をさらに研究へ還元する。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ご清聴ありがとうございました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2026-07-17T07:11:37Z</dcterms:created>
  <dcterms:modified xsi:type="dcterms:W3CDTF">2026-07-17T07:11:37Z</dcterms:modified>
</cp:coreProperties>
</file>